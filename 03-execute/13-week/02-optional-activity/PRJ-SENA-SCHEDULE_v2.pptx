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FDF"/>
                </a:solidFill>
              </a:rPr>
              <a:t>DIAPOSITIVA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0" y="274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0CAEE"/>
                </a:solidFill>
              </a:rPr>
              <a:t>Gestión de horarios en el SENA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día, los horarios se hacen a mano, con archivos de Excel, correos y documentos por separado. Esto crea muchos problemas: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94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de horarios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clases en el mismo salón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2011680"/>
            <a:ext cx="2651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1945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ocupados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558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si el aula está libre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20116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0116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945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 con instructores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27648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claridad sobre quién enseña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737360" y="3520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737360" y="352044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37033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4028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desactualizada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847088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sin notificar a todos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709160" y="3520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09160" y="3520440"/>
            <a:ext cx="2651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70332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tiempo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818888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buscando datos básicos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Afecta a: Coordinadores · Instructores · Aprendices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979408" cy="914400"/>
          </a:xfrm>
          <a:prstGeom prst="rect">
            <a:avLst/>
          </a:prstGeom>
          <a:solidFill>
            <a:srgbClr val="162647"/>
          </a:solidFill>
          <a:ln w="12700">
            <a:solidFill>
              <a:srgbClr val="1626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80AA"/>
                </a:solidFill>
              </a:rPr>
              <a:t>DIAPOSITIVA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Sistema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PRJ-SENA-SCHEDULE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única para manejar todo lo relacionado con los horarios del SENA.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411480" cy="41148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08" y="11887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horarios fácilmente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892808"/>
            <a:ext cx="411480" cy="4114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9385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conflictos entre clases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2642616"/>
            <a:ext cx="411480" cy="4114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6883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toda la información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0" y="3392424"/>
            <a:ext cx="411480" cy="4114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43814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4920" y="3419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control operativo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0" y="4142232"/>
            <a:ext cx="411480" cy="41148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1879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4169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consultas en segundos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0" y="914400"/>
            <a:ext cx="228600" cy="4023360"/>
          </a:xfrm>
          <a:prstGeom prst="rect">
            <a:avLst/>
          </a:prstGeom>
          <a:solidFill>
            <a:srgbClr val="1E3F70"/>
          </a:solidFill>
          <a:ln w="12700">
            <a:solidFill>
              <a:srgbClr val="1E3F7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0CAEE"/>
                </a:solidFill>
              </a:rPr>
              <a:t>DIAPOSITIVA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718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Relevamiento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92024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718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45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605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971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0233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Modelado BD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989320" y="1920240"/>
            <a:ext cx="822960" cy="822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893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718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8521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Prototipado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818120" y="19202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818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9718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809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68096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Testing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Cada etapa avanza de forma ordenada, revisando el trabajo antes de continuar.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62647"/>
          </a:solidFill>
          <a:ln w="12700">
            <a:solidFill>
              <a:srgbClr val="1626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580AA"/>
                </a:solidFill>
              </a:rPr>
              <a:t>DIAPOSITIVA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 Horarios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548640" cy="548640"/>
          </a:xfrm>
          <a:prstGeom prst="ellipse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527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sus propios horarios. Nadie más puede ver cuándo trabaja ni dónde da clases.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0058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2527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649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todos los horarios del centro. Puede filtrar por instructor, ficha o ambiente.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00584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1188720"/>
            <a:ext cx="548640" cy="54864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25272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36792" y="187452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los horarios de su propia ficha: instructor, ambiente y hora de clase.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755648" y="278892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55648" y="278892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892808" y="2971800"/>
            <a:ext cx="548640" cy="54864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3035808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32888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874520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al sistema. Puede ver y auditar todo sin restricciones.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727448" y="2788920"/>
            <a:ext cx="2651760" cy="1554480"/>
          </a:xfrm>
          <a:prstGeom prst="rect">
            <a:avLst/>
          </a:prstGeom>
          <a:solidFill>
            <a:srgbClr val="1E3F70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727448" y="278892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64608" y="2971800"/>
            <a:ext cx="548640" cy="54864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035808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04688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846320" y="36576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aplica el filtro directamente. La privacidad no depende solo del código.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80AA"/>
                </a:solidFill>
              </a:rPr>
              <a:t>Cada rol ve exactamente lo que necesita. Nada más, nada menos.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0CAEE"/>
                </a:solidFill>
              </a:rPr>
              <a:t>DIAPOSITIVA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Pospuestas y Recuperación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64208" cy="914400"/>
          </a:xfrm>
          <a:prstGeom prst="rect">
            <a:avLst/>
          </a:prstGeom>
          <a:solidFill>
            <a:srgbClr val="00ACD7"/>
          </a:solidFill>
          <a:ln w="12700">
            <a:solidFill>
              <a:srgbClr val="00ACD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00ACD7">
              <a:alpha val="20000"/>
            </a:srgbClr>
          </a:solidFill>
          <a:ln w="12700">
            <a:solidFill>
              <a:srgbClr val="00A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CD7"/>
                </a:solidFill>
              </a:rPr>
              <a:t>Instructor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0040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hace clic en “Sesión Pospuesta” y elige el motivo: enfermedad, equipamiento dañado u otro.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84248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84248" y="1005840"/>
            <a:ext cx="1664208" cy="91440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1430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258568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61DAFB">
              <a:alpha val="2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58568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DAFB"/>
                </a:solidFill>
              </a:rPr>
              <a:t>Coordinador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75688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recibe la solicitud en su bandeja y decide si la aprueba o la rechaza.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739896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39896" y="1005840"/>
            <a:ext cx="1664208" cy="9144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1430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39896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014216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336791">
              <a:alpha val="20000"/>
            </a:srgbClr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014216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791"/>
                </a:solidFill>
              </a:rPr>
              <a:t>Sistema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831336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aprueban, el sistema crea automáticamente un espacio libre para programar la clase de recuperación.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95544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95544" y="1005840"/>
            <a:ext cx="1664208" cy="9144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14300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95544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769864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2496ED">
              <a:alpha val="20000"/>
            </a:srgbClr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769864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96ED"/>
                </a:solidFill>
              </a:rPr>
              <a:t>Coordinador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586984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elige fecha, hora y ambiente. El sistema verifica que no haya conflictos antes de confirmar.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51192" y="1005840"/>
            <a:ext cx="1664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51192" y="1005840"/>
            <a:ext cx="16642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1143000"/>
            <a:ext cx="548640" cy="5486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51192" y="19659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7525512" y="2377440"/>
            <a:ext cx="1115568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525512" y="2377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Registro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7342632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guardado: quién pospuso, por qué, quién aprobó y cuándo se recuperó la clase.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Cada sesión pospuesta tiene trazabilidad completa. Nada queda en el aire.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PRJ-SENA-SCHEDULE</dc:title>
  <dc:subject>PptxGenJS Presentation</dc:subject>
  <dc:creator>PptxGenJS</dc:creator>
  <cp:lastModifiedBy>PptxGenJS</cp:lastModifiedBy>
  <cp:revision>1</cp:revision>
  <dcterms:created xsi:type="dcterms:W3CDTF">2026-05-23T14:49:55Z</dcterms:created>
  <dcterms:modified xsi:type="dcterms:W3CDTF">2026-05-23T14:49:55Z</dcterms:modified>
</cp:coreProperties>
</file>